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ac89f6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ac89f6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acb9f5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9acb9f5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09acc3e6f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09acc3e6f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6cb317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56cb317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acb9f5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acb9f5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adee989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09adee989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09adee989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09adee989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adee989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9adee989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09ad4096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09ad4096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8f7fb5e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58f7fb5e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09adee98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09adee98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09ad40966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09ad40966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09ad40966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09ad40966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09adee989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409adee989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09acb9f5e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09acb9f5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09ad4096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09ad4096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9ad40966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09ad4096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09acb9f5e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09acb9f5e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adee98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09adee98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analysis of STIX flare time profiles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Dearbhail O’Mahony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DIAS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658000" cy="38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Summer internship at DIAS Dunsink Observatory with Laura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Building a picture of typical STIX flare characteristics - duration, </a:t>
            </a:r>
            <a:r>
              <a:rPr lang="en-GB"/>
              <a:t>rise/decay,</a:t>
            </a:r>
            <a:r>
              <a:rPr lang="en-GB"/>
              <a:t> peaks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Started by taking a selection of the largest flares from the flare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Examining</a:t>
            </a:r>
            <a:r>
              <a:rPr lang="en-GB"/>
              <a:t> non-thermal X-ray to see detailed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Superimposed epoch analysis (SEA) can tell us about average shape of STIX flares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Eventually extend to l</a:t>
            </a:r>
            <a:r>
              <a:rPr lang="en-GB"/>
              <a:t>ook at </a:t>
            </a:r>
            <a:r>
              <a:rPr lang="en-GB"/>
              <a:t>characterising quasi-periodic pulsations (QPPs)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93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flare durations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96025" y="666400"/>
            <a:ext cx="9048000" cy="10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432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2579"/>
              <a:t>Flare list is a starting point for identifying flare locations, but these times are for the whole flare emission - need an accurate duration specifically for non-thermal x-ray</a:t>
            </a:r>
            <a:endParaRPr sz="2579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432400" y="4429700"/>
            <a:ext cx="8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69" name="Google Shape;69;p15" title="flare0_flarel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875" y="1559125"/>
            <a:ext cx="5042274" cy="34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31100" y="154675"/>
            <a:ext cx="8881800" cy="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 sz="7200"/>
              <a:t>First attempt: using a flat threshold of 10 counts (scaled for Solar Orbiter distance from Sun) and finding where data goes over/under this threshold</a:t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flare0_threshol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063" y="963175"/>
            <a:ext cx="5819875" cy="40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74100" y="182775"/>
            <a:ext cx="9069900" cy="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Using </a:t>
            </a:r>
            <a:r>
              <a:rPr lang="en-GB"/>
              <a:t>difference in counts</a:t>
            </a:r>
            <a:r>
              <a:rPr lang="en-GB"/>
              <a:t>: where the difference between two consecutive data points in time becomes large (start) or small (end)</a:t>
            </a:r>
            <a:endParaRPr/>
          </a:p>
        </p:txBody>
      </p:sp>
      <p:pic>
        <p:nvPicPr>
          <p:cNvPr id="81" name="Google Shape;81;p17" title="flare0_differenc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8058" y="1064775"/>
            <a:ext cx="5661979" cy="38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856800" y="1107900"/>
            <a:ext cx="74304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>Summary of method: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Using data smoothed with a Savitzky-Golay filter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Flare data is initially truncated to within 15 minutes of flare list start and end times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HXR fl</a:t>
            </a:r>
            <a:r>
              <a:rPr lang="en-GB" sz="1800">
                <a:solidFill>
                  <a:schemeClr val="dk2"/>
                </a:solidFill>
              </a:rPr>
              <a:t>are start is defined as the point in time where the difference between two data points &gt;0.05 counts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HXR flare end is the </a:t>
            </a:r>
            <a:r>
              <a:rPr i="1" lang="en-GB" sz="1800">
                <a:solidFill>
                  <a:schemeClr val="dk2"/>
                </a:solidFill>
              </a:rPr>
              <a:t>last</a:t>
            </a:r>
            <a:r>
              <a:rPr lang="en-GB" sz="1800">
                <a:solidFill>
                  <a:schemeClr val="dk2"/>
                </a:solidFill>
              </a:rPr>
              <a:t> point where (the absolute value of) the difference is &gt;0.05 counts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296800" y="170200"/>
            <a:ext cx="26541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Some more examples:</a:t>
            </a:r>
            <a:endParaRPr/>
          </a:p>
        </p:txBody>
      </p:sp>
      <p:pic>
        <p:nvPicPr>
          <p:cNvPr id="92" name="Google Shape;92;p19" title="flare16.png"/>
          <p:cNvPicPr preferRelativeResize="0"/>
          <p:nvPr/>
        </p:nvPicPr>
        <p:blipFill rotWithShape="1">
          <a:blip r:embed="rId3">
            <a:alphaModFix/>
          </a:blip>
          <a:srcRect b="632" l="0" r="0" t="622"/>
          <a:stretch/>
        </p:blipFill>
        <p:spPr>
          <a:xfrm>
            <a:off x="1533525" y="677800"/>
            <a:ext cx="607695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296800" y="170200"/>
            <a:ext cx="26541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Some more examples:</a:t>
            </a:r>
            <a:endParaRPr/>
          </a:p>
        </p:txBody>
      </p:sp>
      <p:pic>
        <p:nvPicPr>
          <p:cNvPr id="98" name="Google Shape;98;p20" title="flare6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525" y="677800"/>
            <a:ext cx="607695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296800" y="170200"/>
            <a:ext cx="26541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Some more examples:</a:t>
            </a:r>
            <a:endParaRPr/>
          </a:p>
        </p:txBody>
      </p:sp>
      <p:pic>
        <p:nvPicPr>
          <p:cNvPr id="104" name="Google Shape;104;p21" title="flare81.png"/>
          <p:cNvPicPr preferRelativeResize="0"/>
          <p:nvPr/>
        </p:nvPicPr>
        <p:blipFill rotWithShape="1">
          <a:blip r:embed="rId3">
            <a:alphaModFix/>
          </a:blip>
          <a:srcRect b="632" l="0" r="0" t="622"/>
          <a:stretch/>
        </p:blipFill>
        <p:spPr>
          <a:xfrm>
            <a:off x="1533525" y="677800"/>
            <a:ext cx="607695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Pros/Cons: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Generally captures full flare shape - entire rise/decay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Sensitive to small fluctuations in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Better at identifying starts </a:t>
            </a:r>
            <a:r>
              <a:rPr lang="en-GB"/>
              <a:t>than</a:t>
            </a:r>
            <a:r>
              <a:rPr lang="en-GB"/>
              <a:t> ends - often gives unrealistically long durations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Less accurate for: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Highly impulsive flares (filtering)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Flares with small flares/peaks close in time to the flare of interest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→ Subset of flares is biased towards longer durations - often less symmetric/more pulses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2724000" y="1527125"/>
            <a:ext cx="369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Examining a subset of flares: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453750" y="2192400"/>
            <a:ext cx="823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/>
              <a:t>~50 of the top 100 by GOES estimated flux (slightly less in the 50-100 keV)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 title="dur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525" y="960825"/>
            <a:ext cx="5114375" cy="38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4"/>
          <p:cNvSpPr txBox="1"/>
          <p:nvPr/>
        </p:nvSpPr>
        <p:spPr>
          <a:xfrm>
            <a:off x="212425" y="142100"/>
            <a:ext cx="878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Flare durations in the two energy channels show a strong linear relationship (as expected) - but some slight outliers with a longer 25-50 duration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588298" y="1277698"/>
            <a:ext cx="2465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25" lIns="75125" spcFirstLastPara="1" rIns="75125" wrap="square" tIns="7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6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904"/>
              <a:t> </a:t>
            </a:r>
            <a:endParaRPr sz="1150"/>
          </a:p>
        </p:txBody>
      </p:sp>
      <p:sp>
        <p:nvSpPr>
          <p:cNvPr id="128" name="Google Shape;128;p25"/>
          <p:cNvSpPr txBox="1"/>
          <p:nvPr/>
        </p:nvSpPr>
        <p:spPr>
          <a:xfrm>
            <a:off x="2741400" y="140700"/>
            <a:ext cx="366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29" name="Google Shape;129;p25" title="duration_hist_diff_metho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25" y="1012489"/>
            <a:ext cx="4179326" cy="354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 title="duration_hist_50100_diff_metho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075" y="1012479"/>
            <a:ext cx="4179326" cy="354538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240725" y="550800"/>
            <a:ext cx="872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Mean duration is ~1030 s in the 25-50 keV and ~940 s  in the 50-100 keV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 title="difference_duration_vs_peak_cou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75" y="1358174"/>
            <a:ext cx="4274825" cy="34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 title="difference_duration_vs_peak_counts_50_1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375" y="1358175"/>
            <a:ext cx="4274825" cy="342736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569600" y="320700"/>
            <a:ext cx="81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Flare durations and peak counts - not a strong positive correlation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282800"/>
            <a:ext cx="8214600" cy="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Flare durations and peak ratios (50-100 keV:25-50 keV) - no correlation</a:t>
            </a:r>
            <a:endParaRPr/>
          </a:p>
        </p:txBody>
      </p:sp>
      <p:pic>
        <p:nvPicPr>
          <p:cNvPr id="144" name="Google Shape;144;p27" title="difference_duration_vs_peak_rat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75" y="897575"/>
            <a:ext cx="4375440" cy="34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 title="difference_duration_vs_peak_ratio_50_1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77816"/>
            <a:ext cx="4449024" cy="3445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1858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Superimposed epoch analysis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86100" y="2431600"/>
            <a:ext cx="8520600" cy="11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Normalising and aligning a set of flares at a particular time in the flare timeseries, from which an ‘average’ flare shape can then be taken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237275" y="162250"/>
            <a:ext cx="8520600" cy="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6"/>
              <a:buNone/>
            </a:pPr>
            <a:r>
              <a:rPr b="1" lang="en-GB" sz="1820">
                <a:solidFill>
                  <a:schemeClr val="dk2"/>
                </a:solidFill>
              </a:rPr>
              <a:t>Extending the data set:</a:t>
            </a:r>
            <a:r>
              <a:rPr lang="en-GB" sz="1820">
                <a:solidFill>
                  <a:schemeClr val="dk2"/>
                </a:solidFill>
              </a:rPr>
              <a:t> 97 of the 200 top flares by 25-50 keV counts in the flare list, normalised to between 0 and 1 and aligned at the peak, then taking the mean.</a:t>
            </a:r>
            <a:endParaRPr sz="1820" u="sng">
              <a:solidFill>
                <a:schemeClr val="dk2"/>
              </a:solidFill>
            </a:endParaRPr>
          </a:p>
        </p:txBody>
      </p:sp>
      <p:pic>
        <p:nvPicPr>
          <p:cNvPr id="157" name="Google Shape;157;p29" title="normalised_peak_25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5" y="946550"/>
            <a:ext cx="4325857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 title="normalised_peak_501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1700" y="946569"/>
            <a:ext cx="4325850" cy="341636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/>
        </p:nvSpPr>
        <p:spPr>
          <a:xfrm>
            <a:off x="453975" y="1281325"/>
            <a:ext cx="155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FWHM = 35 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5082250" y="1281325"/>
            <a:ext cx="148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FWHM = 21 s</a:t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1258950" y="4492125"/>
            <a:ext cx="662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Compare to mean FWHM of individual flares in this set: ~95 s and 65 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288725"/>
            <a:ext cx="8520600" cy="39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What does the SEA tell us?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Peak-aligned SEA gives a good flare shape with a strong peak  - but most pulsations/multiple peaks are smoothed 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error (taking standard deviation of the set of flares) gives some idea of the level of variation in the flares and where this occurs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 order to see more of this variation represented in the SEA, align the flares at another point - for example, the start, or the first peak.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But it is difficult to reliably identify an </a:t>
            </a:r>
            <a:r>
              <a:rPr lang="en-GB"/>
              <a:t>equivalent</a:t>
            </a:r>
            <a:r>
              <a:rPr lang="en-GB"/>
              <a:t> point across flares (very varied!) - so far attempts have had large error and wide, not typically flare-like shape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Conclusions/next steps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Flare starts and ends in non-thermal X-ray are hard to reliably locate! Using a difference in points works better than using a flat threshold, but this can hopefully be further improved - combining both methods, taking differences of several consecutive points, using derivative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Little to no correlation between flare durations and peak counts or peak ratios for this set of flares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Peak-aligned SEA works well to reproduce a recognisable  flare shape, but the result is very smooth and single peak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Aligning for SEA using another point in the flare timeseries may give us a more interesting and pulsy average shape - but more work to do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1268400" y="1048050"/>
            <a:ext cx="6607200" cy="15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Thank you!</a:t>
            </a:r>
            <a:endParaRPr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Questions/comments?</a:t>
            </a:r>
            <a:endParaRPr sz="4500"/>
          </a:p>
        </p:txBody>
      </p:sp>
      <p:pic>
        <p:nvPicPr>
          <p:cNvPr id="178" name="Google Shape;178;p32" title="178467081297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913" y="2393150"/>
            <a:ext cx="2262175" cy="22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